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785" y="2165322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dirty="0"/>
              <a:t>                            </a:t>
            </a:r>
            <a:r>
              <a:rPr dirty="0"/>
              <a:t>Kr</a:t>
            </a:r>
            <a:r>
              <a:rPr lang="en-IN" dirty="0"/>
              <a:t>u</a:t>
            </a:r>
            <a:r>
              <a:rPr dirty="0" err="1"/>
              <a:t>shiConnect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-908613" y="2452333"/>
            <a:ext cx="1036411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endParaRPr dirty="0"/>
          </a:p>
          <a:p>
            <a:pPr lvl="6">
              <a:spcAft>
                <a:spcPts val="1000"/>
              </a:spcAft>
              <a:defRPr sz="2000"/>
            </a:pPr>
            <a:endParaRPr lang="en-IN" dirty="0"/>
          </a:p>
          <a:p>
            <a:pPr lvl="6">
              <a:spcAft>
                <a:spcPts val="1000"/>
              </a:spcAft>
              <a:defRPr sz="2000"/>
            </a:pPr>
            <a:r>
              <a:rPr lang="en-US" b="1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AI-Powered Direct Market Access Platform for Farmers</a:t>
            </a:r>
          </a:p>
          <a:p>
            <a:pPr lvl="8">
              <a:spcAft>
                <a:spcPts val="1000"/>
              </a:spcAft>
              <a:defRPr sz="2000"/>
            </a:pPr>
            <a:r>
              <a:rPr lang="en-IN" dirty="0"/>
              <a:t>            </a:t>
            </a:r>
          </a:p>
          <a:p>
            <a:pPr lvl="8">
              <a:spcAft>
                <a:spcPts val="1000"/>
              </a:spcAft>
              <a:defRPr sz="2000"/>
            </a:pPr>
            <a:r>
              <a:rPr lang="en-IN" dirty="0"/>
              <a:t>            Presented by:</a:t>
            </a:r>
          </a:p>
          <a:p>
            <a:pPr lvl="8">
              <a:spcAft>
                <a:spcPts val="1000"/>
              </a:spcAft>
              <a:defRPr sz="2000"/>
            </a:pPr>
            <a:r>
              <a:rPr lang="en-IN" dirty="0"/>
              <a:t>            HARSH DABHI</a:t>
            </a:r>
          </a:p>
          <a:p>
            <a:pPr lvl="8">
              <a:spcAft>
                <a:spcPts val="1000"/>
              </a:spcAft>
              <a:defRPr sz="2000"/>
            </a:pPr>
            <a:r>
              <a:rPr lang="en-IN" dirty="0"/>
              <a:t>            KEWAL DAWADA</a:t>
            </a:r>
          </a:p>
          <a:p>
            <a:pPr lvl="8">
              <a:spcAft>
                <a:spcPts val="1000"/>
              </a:spcAft>
              <a:defRPr sz="2000"/>
            </a:pPr>
            <a:r>
              <a:rPr lang="en-IN" dirty="0"/>
              <a:t>            NEEL GANGAR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B7DBA-74EE-E8C1-D310-709701795E40}"/>
              </a:ext>
            </a:extLst>
          </p:cNvPr>
          <p:cNvSpPr txBox="1"/>
          <p:nvPr/>
        </p:nvSpPr>
        <p:spPr>
          <a:xfrm>
            <a:off x="896711" y="849824"/>
            <a:ext cx="6753464" cy="1028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30"/>
              </a:spcBef>
            </a:pPr>
            <a:r>
              <a:rPr lang="en-IN" sz="2000" dirty="0">
                <a:latin typeface="Algerian" panose="04020705040A02060702" pitchFamily="82" charset="0"/>
              </a:rPr>
              <a:t>Shah And Anchor </a:t>
            </a:r>
            <a:r>
              <a:rPr lang="en-IN" sz="2000" dirty="0" err="1">
                <a:latin typeface="Algerian" panose="04020705040A02060702" pitchFamily="82" charset="0"/>
              </a:rPr>
              <a:t>Kutchhi</a:t>
            </a:r>
            <a:r>
              <a:rPr lang="en-IN" sz="2000" dirty="0">
                <a:latin typeface="Algerian" panose="04020705040A02060702" pitchFamily="82" charset="0"/>
              </a:rPr>
              <a:t> Engineering College</a:t>
            </a:r>
          </a:p>
          <a:p>
            <a:pPr marL="12700" marR="5080">
              <a:lnSpc>
                <a:spcPct val="99700"/>
              </a:lnSpc>
              <a:spcBef>
                <a:spcPts val="130"/>
              </a:spcBef>
            </a:pPr>
            <a:endParaRPr lang="en-US" sz="2000" dirty="0">
              <a:latin typeface="Tahoma"/>
              <a:cs typeface="Tahoma"/>
            </a:endParaRP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ACFA2-260B-C8A9-388B-01976B1AC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909" y="275804"/>
            <a:ext cx="1788475" cy="16025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Problem Statement:</a:t>
            </a:r>
          </a:p>
          <a:p>
            <a:pPr>
              <a:spcAft>
                <a:spcPts val="1000"/>
              </a:spcAft>
              <a:defRPr sz="2000"/>
            </a:pPr>
            <a:r>
              <a:t>- Farmers face middlemen exploitation and lack real-time market insights.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Objectives:</a:t>
            </a:r>
          </a:p>
          <a:p>
            <a:pPr>
              <a:spcAft>
                <a:spcPts val="1000"/>
              </a:spcAft>
              <a:defRPr sz="2000"/>
            </a:pPr>
            <a:r>
              <a:t>- Direct crop selling to buyers</a:t>
            </a:r>
          </a:p>
          <a:p>
            <a:pPr>
              <a:spcAft>
                <a:spcPts val="1000"/>
              </a:spcAft>
              <a:defRPr sz="2000"/>
            </a:pPr>
            <a:r>
              <a:t>- Forecast prices &amp; demand using ML</a:t>
            </a:r>
          </a:p>
          <a:p>
            <a:pPr>
              <a:spcAft>
                <a:spcPts val="1000"/>
              </a:spcAft>
              <a:defRPr sz="2000"/>
            </a:pPr>
            <a:r>
              <a:t>- Recommend crops &amp; selling time</a:t>
            </a:r>
          </a:p>
          <a:p>
            <a:pPr>
              <a:spcAft>
                <a:spcPts val="1000"/>
              </a:spcAft>
              <a:defRPr sz="2000"/>
            </a:pPr>
            <a:r>
              <a:t>- Multilingual voice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Main Modules:</a:t>
            </a:r>
          </a:p>
          <a:p>
            <a:pPr>
              <a:spcAft>
                <a:spcPts val="1000"/>
              </a:spcAft>
              <a:defRPr sz="2000"/>
            </a:pPr>
            <a:r>
              <a:t>- Registration &amp; Crop Listings</a:t>
            </a:r>
          </a:p>
          <a:p>
            <a:pPr>
              <a:spcAft>
                <a:spcPts val="1000"/>
              </a:spcAft>
              <a:defRPr sz="2000"/>
            </a:pPr>
            <a:r>
              <a:t>- Messaging &amp; Marketplace</a:t>
            </a:r>
          </a:p>
          <a:p>
            <a:pPr>
              <a:spcAft>
                <a:spcPts val="1000"/>
              </a:spcAft>
              <a:defRPr sz="2000"/>
            </a:pPr>
            <a:r>
              <a:t>- ML Modules (Phases 1 &amp; 2)</a:t>
            </a:r>
          </a:p>
          <a:p>
            <a:pPr>
              <a:spcAft>
                <a:spcPts val="1000"/>
              </a:spcAft>
              <a:defRPr sz="2000"/>
            </a:pPr>
            <a:r>
              <a:t>- Firebase/SQL Backend</a:t>
            </a:r>
          </a:p>
          <a:p>
            <a:pPr>
              <a:spcAft>
                <a:spcPts val="1000"/>
              </a:spcAft>
              <a:defRPr sz="2000"/>
            </a:pPr>
            <a:r>
              <a:t>- Mobile UI (Flutter/Android)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Includes: Simple architecture connecting farmers, app, ML models, and buyers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233677" cy="4196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Semester </a:t>
            </a:r>
            <a:r>
              <a:rPr lang="en-IN" dirty="0"/>
              <a:t>7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Crop Price Prediction (LSTM, Prophet)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Yield Estimation (</a:t>
            </a:r>
            <a:r>
              <a:rPr dirty="0" err="1"/>
              <a:t>XGBoost</a:t>
            </a:r>
            <a:r>
              <a:rPr dirty="0"/>
              <a:t>, RF)</a:t>
            </a:r>
            <a:endParaRPr lang="en-IN" dirty="0"/>
          </a:p>
          <a:p>
            <a:pPr>
              <a:spcAft>
                <a:spcPts val="1000"/>
              </a:spcAft>
              <a:defRPr sz="2000"/>
            </a:pPr>
            <a:r>
              <a:rPr lang="en-IN" dirty="0"/>
              <a:t>- Smart Crop Recommendation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- Voice &amp; NLP Support (Google Speech, BERT)</a:t>
            </a:r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Semester </a:t>
            </a:r>
            <a:r>
              <a:rPr lang="en-IN" dirty="0"/>
              <a:t>8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Demand Forecasting (Clustering + Time-Series)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Buyer-Farmer Matchmaking (Recommender)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163319" cy="4632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Datasets: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</a:t>
            </a:r>
            <a:r>
              <a:rPr dirty="0" err="1"/>
              <a:t>Agmarknet</a:t>
            </a:r>
            <a:r>
              <a:rPr dirty="0"/>
              <a:t>, FAOSTAT/APEDA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ISRO Bhuvan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Custom App Survey Data</a:t>
            </a:r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Tech Stack: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ML: TensorFlow, scikit-learn, Prophet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Backend: Firebase, Django, Node.js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App: Flutter / React Native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- NLP: Google Speech API, BERT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solidFill>
            <a:srgbClr val="2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Expected Outcomes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Deliverables:</a:t>
            </a:r>
          </a:p>
          <a:p>
            <a:pPr>
              <a:spcAft>
                <a:spcPts val="1000"/>
              </a:spcAft>
              <a:defRPr sz="2000"/>
            </a:pPr>
            <a:r>
              <a:t>- Functional Mobile App</a:t>
            </a:r>
          </a:p>
          <a:p>
            <a:pPr>
              <a:spcAft>
                <a:spcPts val="1000"/>
              </a:spcAft>
              <a:defRPr sz="2000"/>
            </a:pPr>
            <a:r>
              <a:t>- ML Model Deployment</a:t>
            </a:r>
          </a:p>
          <a:p>
            <a:pPr>
              <a:spcAft>
                <a:spcPts val="1000"/>
              </a:spcAft>
              <a:defRPr sz="2000"/>
            </a:pPr>
            <a:r>
              <a:t>- GitHub Repo, Docs, Poster &amp; Demo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Impact:</a:t>
            </a:r>
          </a:p>
          <a:p>
            <a:pPr>
              <a:spcAft>
                <a:spcPts val="1000"/>
              </a:spcAft>
              <a:defRPr sz="2000"/>
            </a:pPr>
            <a:r>
              <a:t>- Data-driven decisions for farmers</a:t>
            </a:r>
          </a:p>
          <a:p>
            <a:pPr>
              <a:spcAft>
                <a:spcPts val="1000"/>
              </a:spcAft>
              <a:defRPr sz="2000"/>
            </a:pPr>
            <a:r>
              <a:t>- Fair pricing &amp; market access</a:t>
            </a:r>
          </a:p>
          <a:p>
            <a:pPr>
              <a:spcAft>
                <a:spcPts val="1000"/>
              </a:spcAft>
              <a:defRPr sz="2000"/>
            </a:pPr>
            <a:r>
              <a:t>- Sustainable agriculture empowerment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277</Words>
  <Application>Microsoft Office PowerPoint</Application>
  <PresentationFormat>On-screen Show (4:3)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Kewal Dawada</cp:lastModifiedBy>
  <cp:revision>4</cp:revision>
  <dcterms:created xsi:type="dcterms:W3CDTF">2013-01-27T09:14:16Z</dcterms:created>
  <dcterms:modified xsi:type="dcterms:W3CDTF">2025-08-06T17:40:59Z</dcterms:modified>
  <cp:category/>
</cp:coreProperties>
</file>